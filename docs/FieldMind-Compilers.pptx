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what you saw. The device shows what it will share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pic>
        <p:nvPicPr>
          <p:cNvPr id="16" name="Image 0" descr="C:\Users\yadav\Downloads\hcs2\docs\img\offline-work.png">    </p:cNvPr>
          <p:cNvPicPr>
            <a:picLocks noChangeAspect="1"/>
          </p:cNvPicPr>
          <p:nvPr/>
        </p:nvPicPr>
        <p:blipFill>
          <a:blip r:embed="rId1"/>
          <a:stretch>
            <a:fillRect/>
          </a:stretch>
        </p:blipFill>
        <p:spPr>
          <a:xfrm>
            <a:off x="4983480" y="1600200"/>
            <a:ext cx="6565392" cy="4559300"/>
          </a:xfrm>
          <a:prstGeom prst="rect">
            <a:avLst/>
          </a:prstGeom>
        </p:spPr>
      </p:pic>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Copy of cloud knowledge</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and conflicts</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too</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and a semantic classifier. Vectors for a masked note are computed from the masked text.</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pic>
        <p:nvPicPr>
          <p:cNvPr id="16" name="Image 0" descr="C:\Users\yadav\Downloads\hcs2\docs\img\conflict.png">    </p:cNvPr>
          <p:cNvPicPr>
            <a:picLocks noChangeAspect="1"/>
          </p:cNvPicPr>
          <p:nvPr/>
        </p:nvPicPr>
        <p:blipFill>
          <a:blip r:embed="rId1"/>
          <a:stretch>
            <a:fillRect/>
          </a:stretch>
        </p:blipFill>
        <p:spPr>
          <a:xfrm>
            <a:off x="4983480" y="1783080"/>
            <a:ext cx="6565392" cy="4103370"/>
          </a:xfrm>
          <a:prstGeom prst="rect">
            <a:avLst/>
          </a:prstGeom>
        </p:spPr>
      </p:pic>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Two per device: local notes and a cloud replica</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1.19.1</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or answer</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57</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automated tests, two devices each</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through a real network disconnect.</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Next</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Encrypt notes at rest</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TLS for remote dashboards</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Name masking beyond English</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2026-09-30T14:32:30Z</dcterms:created>
  <dcterms:modified xsi:type="dcterms:W3CDTF">2026-09-30T14:32:30Z</dcterms:modified>
</cp:coreProperties>
</file>